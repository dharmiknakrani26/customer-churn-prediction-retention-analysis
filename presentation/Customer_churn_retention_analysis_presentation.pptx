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22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Customer Churn Analytics,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Revenue Risk &amp; Retention Optimization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926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AFD"/>
                </a:solidFill>
              </a:rPr>
              <a:t> project: Python • SQL Server • Tableau • Machine Learning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3493008"/>
            <a:ext cx="4389120" cy="0"/>
          </a:xfrm>
          <a:prstGeom prst="line">
            <a:avLst/>
          </a:prstGeom>
          <a:noFill/>
          <a:ln w="317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3977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3977640"/>
            <a:ext cx="6400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77824" y="410565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Total Customers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" y="4325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7,032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99232" y="3977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99232" y="3977640"/>
            <a:ext cx="64008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63824" y="410565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Churn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63824" y="4325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26.58%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85232" y="3977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85232" y="3977640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49824" y="410565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Revenue at Risk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49824" y="4325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$1.67M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Executive summary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6400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1362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Customer base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1581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7,032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clean records after data preparation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64008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02152" y="1362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Churn 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02152" y="1581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26.58%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02152" y="1901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about 27 customers out of 100 left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64008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99632" y="1362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Annual revenue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99632" y="1581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$5.47M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99632" y="1901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estimated from monthly charges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732520" y="123444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732520" y="1234440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897112" y="1362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Revenue at risk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97112" y="1581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$1.67M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97112" y="1901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linked to churned customers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5800" y="25146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5800" y="2514600"/>
            <a:ext cx="54864" cy="13258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05256" y="2679192"/>
            <a:ext cx="504748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The main churn pattern is clear: customers with month-to-month contracts, low tenure, and electronic check payments are much more likely to leave.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309360" y="2514600"/>
            <a:ext cx="5166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09360" y="2514600"/>
            <a:ext cx="54864" cy="1325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28816" y="2679192"/>
            <a:ext cx="481888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The business should move from only reporting churn to prioritizing active customers with high predicted risk and high annual value.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85800" y="416052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1440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Predicted churn risk groups</a:t>
            </a:r>
            <a:endParaRPr lang="en-US" sz="1250" dirty="0"/>
          </a:p>
        </p:txBody>
      </p:sp>
      <p:pic>
        <p:nvPicPr>
          <p:cNvPr id="34" name="Image 0" descr="/mnt/data/chart_pred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31" y="4581144"/>
            <a:ext cx="2782938" cy="161848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172200" y="41605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400800" y="4297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Revenue impact by risk segment</a:t>
            </a:r>
            <a:endParaRPr lang="en-US" sz="1250" dirty="0"/>
          </a:p>
        </p:txBody>
      </p:sp>
      <p:pic>
        <p:nvPicPr>
          <p:cNvPr id="37" name="Image 1" descr="/mnt/data/chart_risk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491" y="4581144"/>
            <a:ext cx="2782938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Business problem and analytics approach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Business question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54864" cy="1143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77824" y="1856232"/>
            <a:ext cx="427024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Which customers are likely to leave, why are they leaving, and how can the company reduce churn while protecting revenue?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8064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Workflow used in the project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06440" y="1645920"/>
            <a:ext cx="393192" cy="3931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06440" y="1719072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27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26680" y="1627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46"/>
                </a:solidFill>
              </a:rPr>
              <a:t>Cleaned data, created revenue and risk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98464" y="2039112"/>
            <a:ext cx="0" cy="210312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806440" y="2267712"/>
            <a:ext cx="393192" cy="39319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06440" y="234086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2494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22494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46"/>
                </a:solidFill>
              </a:rPr>
              <a:t>Wrote business queries for churn and revenue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98464" y="2660904"/>
            <a:ext cx="0" cy="210312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806440" y="2889504"/>
            <a:ext cx="393192" cy="3931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06440" y="296265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87121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ML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28712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46"/>
                </a:solidFill>
              </a:rPr>
              <a:t>Built churn probability and risk level scoring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98464" y="3282696"/>
            <a:ext cx="0" cy="210312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806440" y="3511296"/>
            <a:ext cx="393192" cy="3931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06440" y="358444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34930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Tableau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3493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46"/>
                </a:solidFill>
              </a:rPr>
              <a:t>Built dashboard for decision-making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58368" y="4160520"/>
            <a:ext cx="54864" cy="777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77824" y="4325112"/>
            <a:ext cx="1035100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The workflow mirrors a real analytics request: define the business question, prepare reliable data, analyze drivers, quantify revenue impact, predict risk, and communicate actions.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658368" y="5230368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58368" y="5230368"/>
            <a:ext cx="6400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2960" y="53583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Clean rows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2960" y="5577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7,032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429000" y="5230368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429000" y="5230368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593592" y="5266944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Final outputs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93592" y="5623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Notebook + SQL + Tableau + README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458200" y="5230368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458200" y="5230368"/>
            <a:ext cx="64008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622792" y="535838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Decision focus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22792" y="5577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Retention priority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Data preparation: from raw file to business-ready dataset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Dataset after cleaning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1691640"/>
            <a:ext cx="507492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</a:rPr>
              <a:t>Converted TotalCharges from text to numeric values.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</a:rPr>
              <a:t>Removed 11 records with missing TotalCharges after conversion.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</a:rPr>
              <a:t>Created a clean customer table with 7,032 records.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</a:rPr>
              <a:t>Saved clean outputs for SQL, Tableau, and machine learning.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Feature engineering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664208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65392" y="174650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ChurnFlag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50224" y="17465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1 = churned, 0 = stayed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231136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65392" y="231343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EstimatedAnnualRevenue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50224" y="23134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MonthlyCharges × 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2798064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65392" y="288036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TenureGroup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50224" y="28803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0–12, 13–24, 25–48, 49+ months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364992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65392" y="344728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RevenueAtRisk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50224" y="34472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Annual revenue linked to churned customers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931920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65392" y="4014216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CustomerRiskSegment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50224" y="40142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High / Medium / Low business 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4498848"/>
            <a:ext cx="4937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65392" y="458114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</a:rPr>
              <a:t>PredictedRiskLevel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50224" y="45811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A46"/>
                </a:solidFill>
              </a:rPr>
              <a:t>ML-driven churn risk group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230368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58368" y="5230368"/>
            <a:ext cx="54864" cy="777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5394960"/>
            <a:ext cx="1035100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Why this matters: the project does not stop at cleaning. It turns raw customer data into metrics that business leaders can use for retention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Core churn drivers: contract and tenure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Contract type is the strongest business signal</a:t>
            </a:r>
            <a:endParaRPr lang="en-US" sz="1250" dirty="0"/>
          </a:p>
        </p:txBody>
      </p:sp>
      <p:pic>
        <p:nvPicPr>
          <p:cNvPr id="8" name="Image 0" descr="/mnt/data/chart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74741"/>
            <a:ext cx="5221224" cy="30365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11887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132588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New customers churn much more often</a:t>
            </a:r>
            <a:endParaRPr lang="en-US" sz="1250" dirty="0"/>
          </a:p>
        </p:txBody>
      </p:sp>
      <p:pic>
        <p:nvPicPr>
          <p:cNvPr id="11" name="Image 1" descr="/mnt/data/chart_ten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001330"/>
            <a:ext cx="5129784" cy="298335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562356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85800" y="5623560"/>
            <a:ext cx="54864" cy="594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905256" y="5788152"/>
            <a:ext cx="1044244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Interpretation: Month-to-month customers churn at 42.71%, while two-year customers churn at only 2.85%. Customers in the first 12 months churn at 47.68%.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Payment method and customer risk segmentation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115568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Payment method shows retention friction</a:t>
            </a:r>
            <a:endParaRPr lang="en-US" sz="1250" dirty="0"/>
          </a:p>
        </p:txBody>
      </p:sp>
      <p:pic>
        <p:nvPicPr>
          <p:cNvPr id="8" name="Image 0" descr="/mnt/data/chart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38310"/>
            <a:ext cx="5266944" cy="30545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1225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Customer risk logic used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46520" y="1755648"/>
            <a:ext cx="4983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1755648"/>
            <a:ext cx="73152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629400" y="1865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53935"/>
                </a:solidFill>
              </a:rPr>
              <a:t>High Risk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18562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E3A46"/>
                </a:solidFill>
              </a:rPr>
              <a:t>Month-to-month, monthly charges ≥ $70, tenure ≤ 12 months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46520" y="2542032"/>
            <a:ext cx="4983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46520" y="2542032"/>
            <a:ext cx="73152" cy="566928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29400" y="26517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8C00"/>
                </a:solidFill>
              </a:rPr>
              <a:t>Medium Risk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0" y="26426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E3A46"/>
                </a:solidFill>
              </a:rPr>
              <a:t>Month-to-month customers not captured in High Risk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46520" y="3328416"/>
            <a:ext cx="4983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46520" y="3328416"/>
            <a:ext cx="73152" cy="5669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629400" y="34381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A047"/>
                </a:solidFill>
              </a:rPr>
              <a:t>Low Risk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0" y="34290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E3A46"/>
                </a:solidFill>
              </a:rPr>
              <a:t>One-year or two-year contract customers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46520" y="4370832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446520" y="4370832"/>
            <a:ext cx="54864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665976" y="4535424"/>
            <a:ext cx="463600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Electronic check customers churn at 45.29%, much higher than credit card automatic payment customers at 15.25%.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565392" y="5504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</a:rPr>
              <a:t>Business meaning: payment method may be a simple but actionable retention lever.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Revenue impact: churn becomes a financial priority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225296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225296"/>
            <a:ext cx="64008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13533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Total estimated annual 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$5.47M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based on MonthlyCharges × 12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251960" y="1225296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251960" y="1225296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16552" y="13533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Estimated revenue at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16552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$1.67M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16552" y="18928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annual revenue tied to churned customers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818120" y="1225296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818120" y="1225296"/>
            <a:ext cx="64008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82712" y="13533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Churn 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82712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26.58%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82712" y="189280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overall customer churn rate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" y="2487168"/>
            <a:ext cx="5669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26243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Revenue at risk by risk segment</a:t>
            </a:r>
            <a:endParaRPr lang="en-US" sz="1250" dirty="0"/>
          </a:p>
        </p:txBody>
      </p:sp>
      <p:pic>
        <p:nvPicPr>
          <p:cNvPr id="23" name="Image 0" descr="/mnt/data/chart_risk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602" y="2907792"/>
            <a:ext cx="4669676" cy="271576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629400" y="26060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29400" y="2606040"/>
            <a:ext cx="54864" cy="11430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48856" y="2770632"/>
            <a:ext cx="431596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Medium-risk customers account for the largest revenue at risk because the group is larger. High-risk customers have the highest churn rate, so both groups matter for retention.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858000" y="406908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</a:rPr>
              <a:t>Use revenue at risk to prioritize retention budget.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</a:rPr>
              <a:t>Do not only count churned customers; measure value impact.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</a:rPr>
              <a:t>Combine churn risk and annual value to identify priority accounts.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Machine learning: customer-level churn probability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6400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12710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Model accuracy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0392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78.54%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181051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test set result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5204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20440" y="1143000"/>
            <a:ext cx="64008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85032" y="12710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High predicted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85032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1,406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85032" y="181051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customers with ≥70% churn probability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35508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55080" y="1143000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19672" y="12710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Medium predicted risk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19672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523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19672" y="181051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customers with 40–69% churn probability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18972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89720" y="1143000"/>
            <a:ext cx="64008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354312" y="12710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770"/>
                </a:solidFill>
              </a:rPr>
              <a:t>Low predicted risk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54312" y="1490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5,103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54312" y="181051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B6770"/>
                </a:solidFill>
              </a:rPr>
              <a:t>customers below 40% churn probability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5800" y="2423160"/>
            <a:ext cx="5257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4400" y="25603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Top model drivers</a:t>
            </a:r>
            <a:endParaRPr lang="en-US" sz="1250" dirty="0"/>
          </a:p>
        </p:txBody>
      </p:sp>
      <p:pic>
        <p:nvPicPr>
          <p:cNvPr id="28" name="Image 0" descr="/mnt/data/chart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41" y="2843784"/>
            <a:ext cx="4905518" cy="285292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309360" y="242316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537960" y="2560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Predicted risk distribution</a:t>
            </a:r>
            <a:endParaRPr lang="en-US" sz="1250" dirty="0"/>
          </a:p>
        </p:txBody>
      </p:sp>
      <p:pic>
        <p:nvPicPr>
          <p:cNvPr id="31" name="Image 1" descr="/mnt/data/chart_pred_cou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641" y="2843784"/>
            <a:ext cx="4905518" cy="285292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22960" y="60807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E3A46"/>
                </a:solidFill>
              </a:rPr>
              <a:t>Use case: the model score helps the business contact customers before they churn, instead of only reporting customers who already left.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Tableau dashboard: executive view of churn and revenue risk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069848"/>
            <a:ext cx="1120140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b7f8ea41-6581-4a76-b01f-47ba34ecc3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880" y="1170432"/>
            <a:ext cx="9038336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Retention recommendations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453896"/>
            <a:ext cx="429768" cy="4297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392" y="154533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99032" y="13807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</a:rPr>
              <a:t>Move month-to-month customers toward longer contracts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1399032" y="1682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E3A46"/>
                </a:solidFill>
              </a:rPr>
              <a:t>Offer loyalty discounts, bundled services, or annual contract incentives.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50392" y="2596896"/>
            <a:ext cx="429768" cy="42976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0392" y="268833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99032" y="25237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</a:rPr>
              <a:t>Improve first-year customer onboarding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399032" y="2825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E3A46"/>
                </a:solidFill>
              </a:rPr>
              <a:t>Focus on early support, welcome offers, and customer success touchpoints.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85800" y="35204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0392" y="3739896"/>
            <a:ext cx="429768" cy="429768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0392" y="383133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99032" y="36667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</a:rPr>
              <a:t>Reduce payment friction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1399032" y="3968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E3A46"/>
                </a:solidFill>
              </a:rPr>
              <a:t>Encourage automatic bank transfer or credit card payment options.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73952" y="2048256"/>
            <a:ext cx="429768" cy="4297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73952" y="213969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22592" y="19751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</a:rPr>
              <a:t>Prioritize high-value customers at risk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7022592" y="22768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E3A46"/>
                </a:solidFill>
              </a:rPr>
              <a:t>Use churn probability + annual revenue to build retention priority lists.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309360" y="30632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73952" y="3282696"/>
            <a:ext cx="429768" cy="42976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73952" y="337413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22592" y="32095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B1F33"/>
                </a:solidFill>
              </a:rPr>
              <a:t>Monitor churn through Tableau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7022592" y="35112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E3A46"/>
                </a:solidFill>
              </a:rPr>
              <a:t>Track churn rate, revenue at risk, and predicted risk level monthly.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85800" y="5148072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5800" y="5148072"/>
            <a:ext cx="54864" cy="8229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05256" y="5312664"/>
            <a:ext cx="1035100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The best retention strategy is not one campaign for everyone. The business should prioritize by churn probability, contract type, tenure, payment method, and revenue at risk.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Why this project is strong for analytics roles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64008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1832" y="1399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Python + Pandas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7099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Cleaned data, created features, performed EDA, built model input.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45352" y="12344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45352" y="1234440"/>
            <a:ext cx="64008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73952" y="1399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17099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Wrote business queries with aggregation, grouping, and retention lists.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64008" cy="96012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41832" y="2724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Tableau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30358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Built an executive dashboard for churn, revenue risk, and prediction results.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45352" y="256032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45352" y="2560320"/>
            <a:ext cx="64008" cy="9601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73952" y="2724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30358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Created churn probability and predicted risk levels for customers.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13232" y="388620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13232" y="3886200"/>
            <a:ext cx="64008" cy="9601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41832" y="40507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Business Storytelling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" y="43616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Connected churn behavior to retention actions and revenue impact.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45352" y="388620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45352" y="3886200"/>
            <a:ext cx="64008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73952" y="40507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Sales Analytics Fit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73952" y="43616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E3A46"/>
                </a:solidFill>
              </a:rPr>
              <a:t>Mirrors work around customer segmentation, revenue risk, and stakeholder reporting.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13232" y="53949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13232" y="5394960"/>
            <a:ext cx="54864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32688" y="5559552"/>
            <a:ext cx="1035100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E3A46"/>
                </a:solidFill>
              </a:rPr>
              <a:t>Recruiter-facing takeaway: this project shows the ability to turn a business question into a complete analytics solution: clean data, analyze patterns, quantify impact, predict risk, and communicate recommendations.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Churn is both a customer problem and a revenue problem.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49808" y="27432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9EAFD"/>
                </a:solidFill>
              </a:rPr>
              <a:t>This analysis identified the biggest churn drivers, quantified revenue at risk, and created a model-driven way to prioritize retention actions before customers leave.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0690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4069080"/>
            <a:ext cx="64008" cy="9144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1832" y="4197096"/>
            <a:ext cx="7452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Best next business action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41832" y="4440718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Prioritize high-value customers with high predicted churn risk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991</Words>
  <Application>Microsoft Office PowerPoint</Application>
  <PresentationFormat>Widescreen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Analytics, Revenue Risk &amp; Retention Optimization</dc:title>
  <dc:subject>Customer Churn Analytics, Revenue Risk &amp; Retention Optimization</dc:subject>
  <dc:creator>Dharmik Nakrani</dc:creator>
  <cp:lastModifiedBy>Dharmik Nakrani</cp:lastModifiedBy>
  <cp:revision>2</cp:revision>
  <dcterms:created xsi:type="dcterms:W3CDTF">2026-05-12T20:34:12Z</dcterms:created>
  <dcterms:modified xsi:type="dcterms:W3CDTF">2026-05-12T20:42:12Z</dcterms:modified>
</cp:coreProperties>
</file>